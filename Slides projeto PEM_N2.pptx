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98" r:id="rId7"/>
    <p:sldId id="286" r:id="rId8"/>
    <p:sldId id="288" r:id="rId9"/>
    <p:sldId id="289" r:id="rId10"/>
    <p:sldId id="297" r:id="rId11"/>
    <p:sldId id="290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46" autoAdjust="0"/>
  </p:normalViewPr>
  <p:slideViewPr>
    <p:cSldViewPr snapToGrid="0">
      <p:cViewPr varScale="1">
        <p:scale>
          <a:sx n="117" d="100"/>
          <a:sy n="117" d="100"/>
        </p:scale>
        <p:origin x="354" y="10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82" d="100"/>
          <a:sy n="82" d="100"/>
        </p:scale>
        <p:origin x="392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8D0C1F59-543C-4408-97F4-1F494461D321}" type="datetime1">
              <a:rPr lang="pt-BR" smtClean="0"/>
              <a:t>28/11/2025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AFF3A6F-DEFA-45E0-9496-BEE7C2C6F3D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C598E8C6-8B1B-4218-BD0A-BE1467626508}" type="datetime1">
              <a:rPr lang="pt-BR" smtClean="0"/>
              <a:pPr/>
              <a:t>28/11/2025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F97DC217-DF71-1A49-B3EA-559F1F43B0F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EF463-754B-98A5-7E53-98D2D1CEE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3AB3E35E-5C93-BAA2-BC72-3FA0E6E89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E7E0465C-2082-AD6A-9353-86E527655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1F9EAB7-D679-9019-1BC5-2367D9190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4837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9" name="Forma Livre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orma Liv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Forma Liv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pt-BR" sz="60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>
                <a:latin typeface="+mn-lt"/>
              </a:endParaRPr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v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pt-BR">
                <a:latin typeface="+mn-lt"/>
              </a:defRPr>
            </a:lvl1pPr>
            <a:lvl2pPr marL="457200" indent="0">
              <a:buNone/>
              <a:defRPr lang="pt-BR">
                <a:latin typeface="+mn-lt"/>
              </a:defRPr>
            </a:lvl2pPr>
            <a:lvl3pPr marL="914400" indent="0">
              <a:buNone/>
              <a:defRPr lang="pt-BR">
                <a:latin typeface="+mn-lt"/>
              </a:defRPr>
            </a:lvl3pPr>
            <a:lvl4pPr marL="1371600" indent="0">
              <a:buNone/>
              <a:defRPr lang="pt-BR">
                <a:latin typeface="+mn-lt"/>
              </a:defRPr>
            </a:lvl4pPr>
            <a:lvl5pPr marL="1828800" indent="0">
              <a:buNone/>
              <a:defRPr lang="pt-BR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m à 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>
                <a:latin typeface="+mn-lt"/>
              </a:endParaRPr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v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rtlCol="0" anchor="ctr" anchorCtr="0">
            <a:noAutofit/>
          </a:bodyPr>
          <a:lstStyle>
            <a:lvl1pPr>
              <a:defRPr lang="pt-BR" sz="60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Imagem à Esqu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>
                <a:latin typeface="+mn-lt"/>
              </a:endParaRPr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v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rtlCol="0" anchor="b" anchorCtr="0">
            <a:noAutofit/>
          </a:bodyPr>
          <a:lstStyle>
            <a:lvl1pPr>
              <a:defRPr lang="pt-BR" sz="60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rtlCol="0" anchor="t" anchorCtr="0">
            <a:noAutofit/>
          </a:bodyPr>
          <a:lstStyle>
            <a:lvl1pPr marL="0" indent="0" algn="l">
              <a:buNone/>
              <a:defRPr lang="pt-BR" sz="3200">
                <a:latin typeface="+mn-lt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conteú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Forma Liv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Forma Livre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pt-B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pt-B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pt-BR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orma Livre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orma Liv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Forma Liv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  <p:sp>
          <p:nvSpPr>
            <p:cNvPr id="17" name="Forma Livre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8" name="Forma Livre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pt-BR"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pt-BR"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de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v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2 conteú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pt-BR" sz="4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áfico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a Liv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Forma Liv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pt-BR">
                <a:latin typeface="+mn-lt"/>
              </a:defRPr>
            </a:lvl1pPr>
            <a:lvl2pPr marL="457200" indent="0">
              <a:buNone/>
              <a:defRPr lang="pt-BR">
                <a:latin typeface="+mn-lt"/>
              </a:defRPr>
            </a:lvl2pPr>
            <a:lvl3pPr marL="914400" indent="0">
              <a:buNone/>
              <a:defRPr lang="pt-BR">
                <a:latin typeface="+mn-lt"/>
              </a:defRPr>
            </a:lvl3pPr>
            <a:lvl4pPr marL="1371600" indent="0">
              <a:buNone/>
              <a:defRPr lang="pt-BR">
                <a:latin typeface="+mn-lt"/>
              </a:defRPr>
            </a:lvl4pPr>
            <a:lvl5pPr marL="1828800" indent="0">
              <a:buNone/>
              <a:defRPr lang="pt-BR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orma Liv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Forma Liv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7" name="Forma Livre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pt-BR" sz="60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pt-BR" sz="2800">
                <a:latin typeface="+mn-lt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pt-B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 rtlCol="0"/>
          <a:lstStyle>
            <a:defPPr>
              <a:defRPr lang="pt-BR"/>
            </a:defPPr>
          </a:lstStyle>
          <a:p>
            <a:pPr>
              <a:lnSpc>
                <a:spcPct val="100000"/>
              </a:lnSpc>
            </a:pPr>
            <a:r>
              <a:rPr lang="pt-BR" dirty="0"/>
              <a:t>Sistema de Reservas de Hotel (Projeto N2)</a:t>
            </a:r>
            <a:br>
              <a:rPr lang="pt-BR" dirty="0"/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Disciplina Programação Estruturada e Modular 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pt-BR" sz="1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47FAD4-C71E-47D0-9936-D02027CB7CB7}"/>
              </a:ext>
            </a:extLst>
          </p:cNvPr>
          <p:cNvSpPr txBox="1"/>
          <p:nvPr/>
        </p:nvSpPr>
        <p:spPr>
          <a:xfrm>
            <a:off x="8920993" y="4984375"/>
            <a:ext cx="188814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pt-BR" dirty="0"/>
            </a:br>
            <a:r>
              <a:rPr lang="pt-BR" dirty="0"/>
              <a:t>Cassiel Okada</a:t>
            </a:r>
          </a:p>
          <a:p>
            <a:r>
              <a:rPr lang="pt-BR" dirty="0"/>
              <a:t>Enzo Santos</a:t>
            </a:r>
          </a:p>
          <a:p>
            <a:r>
              <a:rPr lang="pt-BR" dirty="0"/>
              <a:t>Matheus Emanuel</a:t>
            </a:r>
          </a:p>
          <a:p>
            <a:r>
              <a:rPr lang="pt-BR" dirty="0"/>
              <a:t>Matheus Galvão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4800" dirty="0">
                <a:solidFill>
                  <a:schemeClr val="accent1">
                    <a:lumMod val="50000"/>
                  </a:schemeClr>
                </a:solidFill>
              </a:rPr>
              <a:t>Contextualização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49342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>
            <a:defPPr>
              <a:defRPr lang="pt-BR"/>
            </a:defPPr>
          </a:lstStyle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Disciplina: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dirty="0"/>
              <a:t>Concentra-se na organização lógica do código e na divisão eficiente de sistemas complexos. Com o foco de utilizar estruturas de controle claras para garantir um fluxo previsível e quebrar o programa em módulos.</a:t>
            </a:r>
          </a:p>
          <a:p>
            <a:endParaRPr lang="pt-BR" dirty="0"/>
          </a:p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Objetivo do projeto: </a:t>
            </a:r>
            <a:r>
              <a:rPr lang="pt-BR" dirty="0"/>
              <a:t>desenvolver um programa na linguagem C para gerenciar de forma eficiente utilizando o que foi aprendido em sala de aula.</a:t>
            </a:r>
          </a:p>
          <a:p>
            <a:endParaRPr lang="pt-BR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Importância do tema: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dirty="0"/>
              <a:t>Criar um programa para automatizar pequenos hotéis.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6E38-3A9F-605A-5692-0F3FCED7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F8CD5-FC86-E157-416E-E5A97C46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4800" dirty="0">
                <a:solidFill>
                  <a:schemeClr val="accent1">
                    <a:lumMod val="50000"/>
                  </a:schemeClr>
                </a:solidFill>
              </a:rPr>
              <a:t>Problema proposto e 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8E9444-7991-1893-006A-257AA5778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>
            <a:defPPr>
              <a:defRPr lang="pt-BR"/>
            </a:defPPr>
          </a:lstStyle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Problema: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dirty="0"/>
              <a:t>lugares como pousadas ou hotéis de pequeno e médio porte usando reservas manuais/papel, causando erros, duplicidade e lentidão</a:t>
            </a:r>
          </a:p>
          <a:p>
            <a:endParaRPr lang="pt-BR" dirty="0"/>
          </a:p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Requisitos: </a:t>
            </a:r>
            <a:r>
              <a:rPr lang="pt-BR" dirty="0"/>
              <a:t>Cadastro de quartos, hospedes. Realizar e cancelar reservas. Listar reservas ativas, histórico de reservas e verificar disponibilidade de quartos por período</a:t>
            </a:r>
          </a:p>
          <a:p>
            <a:endParaRPr lang="pt-BR" dirty="0"/>
          </a:p>
          <a:p>
            <a:r>
              <a:rPr lang="pt-BR" b="1" dirty="0">
                <a:solidFill>
                  <a:schemeClr val="accent1">
                    <a:lumMod val="75000"/>
                  </a:schemeClr>
                </a:solidFill>
              </a:rPr>
              <a:t>Solução: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dirty="0"/>
              <a:t>Um sistema em C para centralizar hóspedes, quartos e reservas, garantindo integridade e agilidade</a:t>
            </a:r>
          </a:p>
        </p:txBody>
      </p:sp>
    </p:spTree>
    <p:extLst>
      <p:ext uri="{BB962C8B-B14F-4D97-AF65-F5344CB8AC3E}">
        <p14:creationId xmlns:p14="http://schemas.microsoft.com/office/powerpoint/2010/main" val="3178572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472" y="269203"/>
            <a:ext cx="9779183" cy="160083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4800" dirty="0">
                <a:solidFill>
                  <a:schemeClr val="accent2">
                    <a:lumMod val="25000"/>
                  </a:schemeClr>
                </a:solidFill>
              </a:rPr>
              <a:t>Arquitetura e Modularização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9F50884-8A53-4A34-A0DA-A0D7D93AA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72" y="1918186"/>
            <a:ext cx="11430000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Módulo de Quartos: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Gerenciamento de cadastro, preços e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Módulo de Hóspedes: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Validação de CPF e histórico de reservas.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Módulo de Reservas: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"coração" do sistema. Valida datas e disponibilidade.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Módulo de Persistência: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Gravação e leitura de arquivos binários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Main</a:t>
            </a: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(Interface):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Menu principal que integra todas as funções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65" y="249208"/>
            <a:ext cx="7799294" cy="182880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4800" dirty="0">
                <a:solidFill>
                  <a:schemeClr val="accent1">
                    <a:lumMod val="50000"/>
                  </a:schemeClr>
                </a:solidFill>
              </a:rPr>
              <a:t>Implementação Técnica (Destaques do Código)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AD0480A-D571-4A45-AE16-A810ED5A7D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63965" y="2238364"/>
            <a:ext cx="10137292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Alocação Dinâmica de Memória: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realloc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vetores dinâmicos em vez de matrizes fixas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cadastrar hóspedes e reservas ilimitados (enquanto houver memória RAM).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Structs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e Modelagem: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Dados organizados em estruturas: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Quarto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Hospede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Reserva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Manipulação de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Strings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strcmp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buscas (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validar login ou achar CPF)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470" y="107838"/>
            <a:ext cx="9779183" cy="160083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4800" dirty="0">
                <a:solidFill>
                  <a:schemeClr val="accent2">
                    <a:lumMod val="25000"/>
                  </a:schemeClr>
                </a:solidFill>
              </a:rPr>
              <a:t>Desafios e Lógica de Datas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A5BCC0-964D-450C-B5C5-BD71A3AA5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617" y="2237249"/>
            <a:ext cx="9897036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 Problema das Datas: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 calcular diárias e evitar conflitos (sobreposição) de reservas?.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Solução Lógica: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Conversão de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("DD/MM/AAAA") para números inteiros.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Cálculo de "Dias Absolutos" para saber a diferença exata entre check-in 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check-out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Validação de Conflitos: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sistema impede que um quarto seja reservado se já existir outra reserva ativa naquele intervalo de datas.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08" y="200632"/>
            <a:ext cx="9779183" cy="174441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4800" dirty="0">
                <a:solidFill>
                  <a:schemeClr val="accent1">
                    <a:lumMod val="50000"/>
                  </a:schemeClr>
                </a:solidFill>
              </a:rPr>
              <a:t>Testes Realizados (Casos de Uso)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8D2372-ABFF-4D42-B78E-5D7CD5BC7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64" y="2378005"/>
            <a:ext cx="910572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CT1: Cadastro de Quarto: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Validação de número único e gravação no arquivo.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CT2: Reserva com Sucesso: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Cálculo automático do valor total e atualização do status para "Ocupado".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CT3: Bloqueio de Conflito: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sistema recusou corretamente uma reserva em data sobreposta.</a:t>
            </a: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01200" cy="165337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Conclusão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9017B6E-19A3-4E6F-A2C2-8EAACBC5AC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9866" y="2023983"/>
            <a:ext cx="503126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Objetivos Alcançados: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 funcional, seguro e atendendo aos requisitos da disciplina.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Clean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Code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Código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indentado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comentado e com nomes de variáveis intuitivos.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BAAB3C9-ED52-4E9D-9341-75900698BDD4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6080136" y="2023983"/>
            <a:ext cx="551199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Aprendizados: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Domínio sobre ponteiros e memória dinâmica.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Importância da modularização para trabalho em equipe.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Lógica robusta para validação de regras de negócio (datas e status)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269_TF45331398_Win32" id="{3328EF41-B506-4E00-9D52-63C1C58F8F8A}" vid="{23365FC3-F6F7-46B3-8D20-6B432682BE5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{73630950-6BDB-4EF2-8A04-00B3D1C54FB0}TF0e83fa2d-9a66-4e5e-9e82-acc620be7a4962faad44_win32-3b4eb8df11a1</Template>
  <TotalTime>106</TotalTime>
  <Words>515</Words>
  <Application>Microsoft Office PowerPoint</Application>
  <PresentationFormat>Widescreen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Arial Unicode MS</vt:lpstr>
      <vt:lpstr>Calibri</vt:lpstr>
      <vt:lpstr>Tenorite</vt:lpstr>
      <vt:lpstr>Personalizado</vt:lpstr>
      <vt:lpstr>Sistema de Reservas de Hotel (Projeto N2) Disciplina Programação Estruturada e Modular     </vt:lpstr>
      <vt:lpstr>Contextualização</vt:lpstr>
      <vt:lpstr>Problema proposto e solução</vt:lpstr>
      <vt:lpstr>Arquitetura e Modularização</vt:lpstr>
      <vt:lpstr>Implementação Técnica (Destaques do Código)</vt:lpstr>
      <vt:lpstr>Desafios e Lógica de Datas</vt:lpstr>
      <vt:lpstr>Testes Realizados (Casos de Uso)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Reservas de Hotel (Projeto N2) Disciplina Programação Estruturada e Modular</dc:title>
  <dc:creator>assiel okada</dc:creator>
  <cp:lastModifiedBy>TETEU REIS</cp:lastModifiedBy>
  <cp:revision>2</cp:revision>
  <dcterms:created xsi:type="dcterms:W3CDTF">2025-11-28T21:06:17Z</dcterms:created>
  <dcterms:modified xsi:type="dcterms:W3CDTF">2025-11-28T23:47:24Z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